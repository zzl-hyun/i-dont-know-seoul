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cdb6b8ac5c4efe" /><Relationship Type="http://schemas.openxmlformats.org/officeDocument/2006/relationships/extended-properties" Target="/docProps/app.xml" Id="R802fb90a78674018" /><Relationship Type="http://schemas.openxmlformats.org/officeDocument/2006/relationships/officeDocument" Target="/ppt/presentation.xml" Id="R7f9e43e5b3d040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27206fba6e4c74"/>
  </p:sldMasterIdLst>
  <p:notesMasterIdLst>
    <p:notesMasterId xmlns:r="http://schemas.openxmlformats.org/officeDocument/2006/relationships" r:id="R66e028c3593b4cc1"/>
  </p:notesMasterIdLst>
  <p:sldIdLst>
    <p:sldId xmlns:r="http://schemas.openxmlformats.org/officeDocument/2006/relationships" id="256" r:id="R21365945e7dd4215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067fa7d9b54679" /><Relationship Type="http://schemas.openxmlformats.org/officeDocument/2006/relationships/slideMaster" Target="/ppt/slideMasters/slideMaster1.xml" Id="Rc527206fba6e4c74" /><Relationship Type="http://schemas.openxmlformats.org/officeDocument/2006/relationships/notesMaster" Target="/ppt/notesMasters/notesMaster1.xml" Id="R66e028c3593b4cc1" /><Relationship Type="http://schemas.openxmlformats.org/officeDocument/2006/relationships/presProps" Target="/ppt/presProps.xml" Id="Rd7a1acd6e0184fe6" /><Relationship Type="http://schemas.openxmlformats.org/officeDocument/2006/relationships/tableStyles" Target="/ppt/tableStyles.xml" Id="Rb1a1f4fab93c4531" /><Relationship Type="http://schemas.openxmlformats.org/officeDocument/2006/relationships/slide" Target="/ppt/slides/slide1.xml" Id="R21365945e7dd42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2d583c28f642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742cbe75124280" /><Relationship Type="http://schemas.openxmlformats.org/officeDocument/2006/relationships/notesMaster" Target="/ppt/notesMasters/notesMaster1.xml" Id="Rc1b926ebe6fb46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GET /api/data는 미리 가공한 공통 데이터 번들을 제공합니다. 브라우저는 받은 데이터를 사용해 통근시간과 등급, 추천 순위를 계산합니다. 조건 변경마다 서버 계산 API를 호출하지 않는 구조입니다. 약 8 MB는 제공된 자료의 응답 규모이며 압축된 네트워크 전송량을 측정한 값은 아닙니다. 데이터 규모와 필드 구성 출처: 사용자 첨부 codex-clipboard-daed72fe-5a3d-4bcc-a507-038d3f245268.png. 시각 참고: /Users/macbookpro/Downloads/I-Dont-Know-Seoul-PPT.pdf 19~22쪽. 기존 슬라이드의 547개와 달리 이번 슬라이드는 첨부 표의 556개를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1d1e755a2349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3501180b47458d" /><Relationship Type="http://schemas.openxmlformats.org/officeDocument/2006/relationships/slideLayout" Target="/ppt/slideLayouts/slideLayout1.xml" Id="R0a3a470dc61d47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3a470dc61d47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e22e2f118476e" /><Relationship Type="http://schemas.openxmlformats.org/officeDocument/2006/relationships/notesSlide" Target="/ppt/notesSlides/notesSlide1.xml" Id="Rb1f3c51d9b7b44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C38CC-DB64-48F5-9E85-B65C6763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69D9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>
                <a:solidFill>
                  <a:srgbClr val="0069D9"/>
                </a:solidFill>
                <a:latin typeface="IBM Plex Sans KR"/>
                <a:ea typeface="IBM Plex Sans KR"/>
                <a:cs typeface="IBM Plex Sans KR"/>
              </a:rPr>
              <a:t>0 5  /  시 스 템  설 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5B553-22F2-40BE-8671-4552B99F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76325"/>
            <a:ext cx="1238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91919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4500" b="1">
                <a:solidFill>
                  <a:srgbClr val="191919"/>
                </a:solidFill>
                <a:latin typeface="IBM Plex Sans KR"/>
                <a:ea typeface="IBM Plex Sans KR"/>
                <a:cs typeface="IBM Plex Sans KR"/>
              </a:rPr>
              <a:t>GET /api/data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2CC98-CC94-4632-B567-CB0F48BC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1238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555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0">
                <a:solidFill>
                  <a:srgbClr val="555555"/>
                </a:solidFill>
                <a:latin typeface="IBM Plex Sans KR"/>
                <a:ea typeface="IBM Plex Sans KR"/>
                <a:cs typeface="IBM Plex Sans KR"/>
              </a:rPr>
              <a:t>지도 탐색에 필요한 데이터를 한 번에 받는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034AD-68F4-4321-BBED-FF71096D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9D9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325" b="1">
                <a:solidFill>
                  <a:srgbClr val="0069D9"/>
                </a:solidFill>
                <a:latin typeface="IBM Plex Sans KR"/>
                <a:ea typeface="IBM Plex Sans KR"/>
                <a:cs typeface="IBM Plex Sans KR"/>
              </a:rPr>
              <a:t>최초 로딩 시 번들 조회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940EC-18D1-4563-9228-36A899A9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5555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0">
                <a:solidFill>
                  <a:srgbClr val="555555"/>
                </a:solidFill>
                <a:latin typeface="IBM Plex Sans KR"/>
                <a:ea typeface="IBM Plex Sans KR"/>
                <a:cs typeface="IBM Plex Sans KR"/>
              </a:rPr>
              <a:t>Cloudflare KV의 JSON 데이터</a:t>
            </a:r>
          </a:p>
          <a:p xmlns:a="http://schemas.openxmlformats.org/drawingml/2006/main">
            <a:pPr>
              <a:defRPr sz="2025" b="0">
                <a:solidFill>
                  <a:srgbClr val="555555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0">
                <a:solidFill>
                  <a:srgbClr val="555555"/>
                </a:solidFill>
                <a:latin typeface="IBM Plex Sans KR"/>
                <a:ea typeface="IBM Plex Sans KR"/>
                <a:cs typeface="IBM Plex Sans KR"/>
              </a:rPr>
              <a:t>약 8 MB 규모의 응답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057DB-3D5E-48E2-BE38-FE7B3F83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69D9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0069D9"/>
                </a:solidFill>
                <a:latin typeface="IBM Plex Sans KR"/>
                <a:ea typeface="IBM Plex Sans KR"/>
                <a:cs typeface="IBM Plex Sans KR"/>
              </a:rPr>
              <a:t>조건 변경 시 브라우저 계산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7D72A-CBEE-411C-BE9E-EFA10EA6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409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5555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0">
                <a:solidFill>
                  <a:srgbClr val="555555"/>
                </a:solidFill>
                <a:latin typeface="IBM Plex Sans KR"/>
                <a:ea typeface="IBM Plex Sans KR"/>
                <a:cs typeface="IBM Plex Sans KR"/>
              </a:rPr>
              <a:t>통근시간·등급·추천 순위 재계산</a:t>
            </a:r>
          </a:p>
          <a:p xmlns:a="http://schemas.openxmlformats.org/drawingml/2006/main">
            <a:pPr>
              <a:defRPr sz="1875" b="0">
                <a:solidFill>
                  <a:srgbClr val="555555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0">
                <a:solidFill>
                  <a:srgbClr val="555555"/>
                </a:solidFill>
                <a:latin typeface="IBM Plex Sans KR"/>
                <a:ea typeface="IBM Plex Sans KR"/>
                <a:cs typeface="IBM Plex Sans KR"/>
              </a:rPr>
              <a:t>조건마다 계산 API를 호출하지 않음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953000" y="2800350"/>
          <a:ext xmlns:a="http://schemas.openxmlformats.org/drawingml/2006/main" cx="824865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695700"/>
                <a:gridCol w="2600325"/>
              </a:tblGrid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69D9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필드</a:t>
                      </a:r>
                    </a:p>
                  </a:txBody>
                  <a:tcPr marL="114300" marR="76200" marT="85725" marB="85725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69D9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내용</a:t>
                      </a:r>
                    </a:p>
                  </a:txBody>
                  <a:tcPr marL="114300" marR="76200" marT="85725" marB="85725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69D9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규모</a:t>
                      </a:r>
                    </a:p>
                  </a:txBody>
                  <a:tcPr marL="114300" marR="76200" marT="85725" marB="85725">
                    <a:solidFill>
                      <a:srgbClr val="EAF2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91919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meta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출처·버전·기준 시점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—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91919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pctKeys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백분위 배열의 지표 순서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9개 지표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91919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axisWeights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치안·가격·편의 하위 지표 가중치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3개 축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91919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unavailableAxes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결측으로 점수를 내지 못한 축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현재 0개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91919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dongs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행정동 코드·이름·자치구·면적·좌표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556개 동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91919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graph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지하철 역·노드·엣지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역 624 / 엣지 762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91919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bus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버스 정류장·노선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정류장 41,423 / 노선 2,943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91919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residential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100m 거주인구 격자 요약 프로필¹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556개 동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91919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scores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동별 축 점수·백분위·원지표·월세 조합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555555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556개 동</a:t>
                      </a:r>
                    </a:p>
                  </a:txBody>
                  <a:tcPr marL="114300" marR="76200" marT="85725" marB="85725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60116-79CD-4591-92A8-AAC65E67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838950"/>
            <a:ext cx="824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77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75" b="0">
                <a:solidFill>
                  <a:srgbClr val="777777"/>
                </a:solidFill>
                <a:latin typeface="IBM Plex Sans KR"/>
                <a:ea typeface="IBM Plex Sans KR"/>
                <a:cs typeface="IBM Plex Sans KR"/>
              </a:rPr>
              <a:t>¹ 동별 대표 프로필에는 좌표를 포함하지 않음</a:t>
            </a:r>
          </a:p>
        </p:txBody>
      </p:sp>
    </p:spTree>
    <p:extLst>
      <p:ext uri="{BB962C8B-B14F-4D97-AF65-F5344CB8AC3E}">
        <p14:creationId xmlns:p14="http://schemas.microsoft.com/office/powerpoint/2010/main" val="1224348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2026-09-17T03:21:54.5900000Z</dcterms:created>
  <dcterms:modified xsi:type="dcterms:W3CDTF">2026-09-17T03:21:54.5900000Z</dcterms:modified>
</coreProperties>
</file>